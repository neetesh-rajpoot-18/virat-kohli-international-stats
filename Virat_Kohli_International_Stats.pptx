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Format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90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3C9-47ED-A8A1-EAC3B26914F6}"/>
              </c:ext>
            </c:extLst>
          </c:dPt>
          <c:dPt>
            <c:idx val="1"/>
            <c:bubble3D val="0"/>
            <c:spPr>
              <a:solidFill>
                <a:srgbClr val="FFFF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C9-47ED-A8A1-EAC3B26914F6}"/>
              </c:ext>
            </c:extLst>
          </c:dPt>
          <c:dPt>
            <c:idx val="2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3C9-47ED-A8A1-EAC3B26914F6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3C9-47ED-A8A1-EAC3B26914F6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3C9-47ED-A8A1-EAC3B26914F6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3C9-47ED-A8A1-EAC3B26914F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ODI</c:v>
                </c:pt>
                <c:pt idx="1">
                  <c:v>Test</c:v>
                </c:pt>
                <c:pt idx="2">
                  <c:v>T20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57.1</c:v>
                </c:pt>
                <c:pt idx="1">
                  <c:v>64</c:v>
                </c:pt>
                <c:pt idx="2">
                  <c:v>48.5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3C9-47ED-A8A1-EAC3B26914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B0C4D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spPr>
            <a:solidFill>
              <a:srgbClr val="1E90FF"/>
            </a:solidFill>
            <a:effectLst/>
          </c:spPr>
          <c:cat>
            <c:strRef>
              <c:f>Sheet1!$A$2:$A$16</c:f>
              <c:strCache>
                <c:ptCount val="1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  <c:pt idx="14">
                  <c:v>2022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200</c:v>
                </c:pt>
                <c:pt idx="1">
                  <c:v>350</c:v>
                </c:pt>
                <c:pt idx="2">
                  <c:v>450</c:v>
                </c:pt>
                <c:pt idx="3">
                  <c:v>600</c:v>
                </c:pt>
                <c:pt idx="4">
                  <c:v>900</c:v>
                </c:pt>
                <c:pt idx="5">
                  <c:v>700</c:v>
                </c:pt>
                <c:pt idx="6">
                  <c:v>850</c:v>
                </c:pt>
                <c:pt idx="7">
                  <c:v>750</c:v>
                </c:pt>
                <c:pt idx="8">
                  <c:v>1000</c:v>
                </c:pt>
                <c:pt idx="9">
                  <c:v>800</c:v>
                </c:pt>
                <c:pt idx="10">
                  <c:v>900</c:v>
                </c:pt>
                <c:pt idx="11">
                  <c:v>750</c:v>
                </c:pt>
                <c:pt idx="12">
                  <c:v>400</c:v>
                </c:pt>
                <c:pt idx="13">
                  <c:v>350</c:v>
                </c:pt>
                <c:pt idx="14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9D-474D-B2C7-B9527AAB5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South Africa</c:v>
                </c:pt>
                <c:pt idx="1">
                  <c:v>Sri Lanka</c:v>
                </c:pt>
                <c:pt idx="2">
                  <c:v>West Indies</c:v>
                </c:pt>
                <c:pt idx="3">
                  <c:v>England</c:v>
                </c:pt>
                <c:pt idx="4">
                  <c:v>Australia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2800</c:v>
                </c:pt>
                <c:pt idx="1">
                  <c:v>3200</c:v>
                </c:pt>
                <c:pt idx="2">
                  <c:v>2900</c:v>
                </c:pt>
                <c:pt idx="3">
                  <c:v>3800</c:v>
                </c:pt>
                <c:pt idx="4">
                  <c:v>4200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04-4B4F-BA9F-B4274926D3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F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335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VIRAT KOHLI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Cricket Stats  |  2008 – 2022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347472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1E3248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54787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347472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1E3248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354787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347472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1E3248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354787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58.01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Average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C4DE"/>
                </a:solidFill>
              </a:rPr>
              <a:t>ODI  •  T20  •  Test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STATISTICS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68680"/>
            <a:ext cx="2560320" cy="1188720"/>
          </a:xfrm>
          <a:prstGeom prst="rect">
            <a:avLst/>
          </a:prstGeom>
          <a:solidFill>
            <a:srgbClr val="1E3248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45720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784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24,000+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Runs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868680"/>
            <a:ext cx="2560320" cy="1188720"/>
          </a:xfrm>
          <a:prstGeom prst="rect">
            <a:avLst/>
          </a:prstGeom>
          <a:solidFill>
            <a:srgbClr val="1E3248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868680"/>
            <a:ext cx="45720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9784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7472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Score (Test)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868680"/>
            <a:ext cx="2560320" cy="1188720"/>
          </a:xfrm>
          <a:prstGeom prst="rect">
            <a:avLst/>
          </a:prstGeom>
          <a:solidFill>
            <a:srgbClr val="1E3248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868680"/>
            <a:ext cx="45720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9784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58.01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Batting Average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286000"/>
            <a:ext cx="2560320" cy="1188720"/>
          </a:xfrm>
          <a:prstGeom prst="rect">
            <a:avLst/>
          </a:prstGeom>
          <a:solidFill>
            <a:srgbClr val="1E3248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286000"/>
            <a:ext cx="45720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3957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64.0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008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Batting Average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2286000"/>
            <a:ext cx="2560320" cy="1188720"/>
          </a:xfrm>
          <a:prstGeom prst="rect">
            <a:avLst/>
          </a:prstGeom>
          <a:solidFill>
            <a:srgbClr val="1E3248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2286000"/>
            <a:ext cx="45720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3957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57.1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47472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 Batting Average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2286000"/>
            <a:ext cx="2560320" cy="1188720"/>
          </a:xfrm>
          <a:prstGeom prst="rect">
            <a:avLst/>
          </a:prstGeom>
          <a:solidFill>
            <a:srgbClr val="1E3248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286000"/>
            <a:ext cx="45720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3957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48.5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30936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T20 Batting Average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BATTING AVERAGE BY FORMAT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457200" y="822960"/>
          <a:ext cx="4572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097280"/>
            <a:ext cx="3200400" cy="1005840"/>
          </a:xfrm>
          <a:prstGeom prst="rect">
            <a:avLst/>
          </a:prstGeom>
          <a:solidFill>
            <a:srgbClr val="1E3248"/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0" y="1097280"/>
            <a:ext cx="54864" cy="10058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23560" y="11887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23560" y="16002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57.1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0" y="2331720"/>
            <a:ext cx="3200400" cy="1005840"/>
          </a:xfrm>
          <a:prstGeom prst="rect">
            <a:avLst/>
          </a:prstGeom>
          <a:solidFill>
            <a:srgbClr val="1E32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0" y="2331720"/>
            <a:ext cx="5486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24231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23560" y="28346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64.0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0" y="3566160"/>
            <a:ext cx="3200400" cy="1005840"/>
          </a:xfrm>
          <a:prstGeom prst="rect">
            <a:avLst/>
          </a:prstGeom>
          <a:solidFill>
            <a:srgbClr val="1E324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0" y="3566160"/>
            <a:ext cx="54864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23560" y="36576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T20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623560" y="40690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48.5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RUNS BY YEAR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457200" y="868680"/>
          <a:ext cx="8229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RUNS BY OPPONENT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457200" y="822960"/>
          <a:ext cx="82296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DASHBOARD OVERVIEW</a:t>
            </a:r>
            <a:endParaRPr lang="en-US" sz="2000" dirty="0"/>
          </a:p>
        </p:txBody>
      </p:sp>
      <p:pic>
        <p:nvPicPr>
          <p:cNvPr id="4" name="Image 0" descr="/home/claude/kohli_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594360"/>
            <a:ext cx="859536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KING OF MODERN CRICKET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Virat Kohli's numbers tell the story of a generation-defining batsman —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all formats, dominant against every opponent.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371600" y="3017520"/>
            <a:ext cx="320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99923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form: 2016 — career-high annual runs across formats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493008"/>
            <a:ext cx="320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34747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prolific vs Australia &amp; England — major test nations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3968496"/>
            <a:ext cx="320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9502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in Tests (64.0) — among the best ever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080"/>
                </a:solidFill>
              </a:rPr>
              <a:t>Data covers international matches 2008–2022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On-screen Show (16:9)</PresentationFormat>
  <Paragraphs>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Virat Kohli International Cricket Stats</dc:title>
  <dc:subject>PptxGenJS Presentation</dc:subject>
  <dc:creator>Cricket Analytics</dc:creator>
  <cp:lastModifiedBy>hp</cp:lastModifiedBy>
  <cp:revision>1</cp:revision>
  <dcterms:created xsi:type="dcterms:W3CDTF">2026-05-29T08:21:04Z</dcterms:created>
  <dcterms:modified xsi:type="dcterms:W3CDTF">2026-05-29T08:25:15Z</dcterms:modified>
</cp:coreProperties>
</file>